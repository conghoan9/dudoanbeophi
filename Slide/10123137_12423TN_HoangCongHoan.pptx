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7" r:id="rId3"/>
    <p:sldId id="276" r:id="rId4"/>
    <p:sldId id="260" r:id="rId5"/>
    <p:sldId id="261" r:id="rId6"/>
    <p:sldId id="262" r:id="rId7"/>
    <p:sldId id="263" r:id="rId8"/>
    <p:sldId id="273" r:id="rId9"/>
    <p:sldId id="274" r:id="rId10"/>
    <p:sldId id="266" r:id="rId11"/>
    <p:sldId id="267" r:id="rId12"/>
    <p:sldId id="269" r:id="rId13"/>
    <p:sldId id="277" r:id="rId14"/>
    <p:sldId id="271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A8BBB-B054-48F5-AF58-A732618CAD68}" v="3" dt="2025-12-14T21:16:57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56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96303-42DF-CB06-BB3B-22ED7F91582B}"/>
              </a:ext>
            </a:extLst>
          </p:cNvPr>
          <p:cNvSpPr/>
          <p:nvPr/>
        </p:nvSpPr>
        <p:spPr>
          <a:xfrm>
            <a:off x="6240016" y="6669360"/>
            <a:ext cx="2952328" cy="151216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5615" y="-427608"/>
            <a:ext cx="12192000" cy="728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5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" y="-387424"/>
            <a:ext cx="12191999" cy="7819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624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808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10330A-52FA-D4E8-26EC-CD9404CB5770}"/>
              </a:ext>
            </a:extLst>
          </p:cNvPr>
          <p:cNvSpPr/>
          <p:nvPr/>
        </p:nvSpPr>
        <p:spPr>
          <a:xfrm>
            <a:off x="4367808" y="3933056"/>
            <a:ext cx="3384376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84352</dc:creator>
  <cp:lastModifiedBy>Cong Hoan</cp:lastModifiedBy>
  <cp:revision>4</cp:revision>
  <dcterms:modified xsi:type="dcterms:W3CDTF">2025-12-14T21:23:02Z</dcterms:modified>
</cp:coreProperties>
</file>